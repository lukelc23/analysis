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sldIdLst>
    <p:sldId id="256" r:id="rId2"/>
    <p:sldId id="262" r:id="rId3"/>
    <p:sldId id="263" r:id="rId4"/>
    <p:sldId id="257" r:id="rId5"/>
    <p:sldId id="260" r:id="rId6"/>
    <p:sldId id="261" r:id="rId7"/>
    <p:sldId id="258" r:id="rId8"/>
    <p:sldId id="259" r:id="rId9"/>
  </p:sldIdLst>
  <p:sldSz cx="20116800" cy="9144000"/>
  <p:notesSz cx="6858000" cy="9144000"/>
  <p:defaultTextStyle>
    <a:defPPr>
      <a:defRPr lang="en-US"/>
    </a:defPPr>
    <a:lvl1pPr marL="0" algn="l" defTabSz="1228954" rtl="0" eaLnBrk="1" latinLnBrk="0" hangingPunct="1">
      <a:defRPr sz="2419" kern="1200">
        <a:solidFill>
          <a:schemeClr val="tx1"/>
        </a:solidFill>
        <a:latin typeface="+mn-lt"/>
        <a:ea typeface="+mn-ea"/>
        <a:cs typeface="+mn-cs"/>
      </a:defRPr>
    </a:lvl1pPr>
    <a:lvl2pPr marL="614477" algn="l" defTabSz="1228954" rtl="0" eaLnBrk="1" latinLnBrk="0" hangingPunct="1">
      <a:defRPr sz="2419" kern="1200">
        <a:solidFill>
          <a:schemeClr val="tx1"/>
        </a:solidFill>
        <a:latin typeface="+mn-lt"/>
        <a:ea typeface="+mn-ea"/>
        <a:cs typeface="+mn-cs"/>
      </a:defRPr>
    </a:lvl2pPr>
    <a:lvl3pPr marL="1228954" algn="l" defTabSz="1228954" rtl="0" eaLnBrk="1" latinLnBrk="0" hangingPunct="1">
      <a:defRPr sz="2419" kern="1200">
        <a:solidFill>
          <a:schemeClr val="tx1"/>
        </a:solidFill>
        <a:latin typeface="+mn-lt"/>
        <a:ea typeface="+mn-ea"/>
        <a:cs typeface="+mn-cs"/>
      </a:defRPr>
    </a:lvl3pPr>
    <a:lvl4pPr marL="1843430" algn="l" defTabSz="1228954" rtl="0" eaLnBrk="1" latinLnBrk="0" hangingPunct="1">
      <a:defRPr sz="2419" kern="1200">
        <a:solidFill>
          <a:schemeClr val="tx1"/>
        </a:solidFill>
        <a:latin typeface="+mn-lt"/>
        <a:ea typeface="+mn-ea"/>
        <a:cs typeface="+mn-cs"/>
      </a:defRPr>
    </a:lvl4pPr>
    <a:lvl5pPr marL="2457907" algn="l" defTabSz="1228954" rtl="0" eaLnBrk="1" latinLnBrk="0" hangingPunct="1">
      <a:defRPr sz="2419" kern="1200">
        <a:solidFill>
          <a:schemeClr val="tx1"/>
        </a:solidFill>
        <a:latin typeface="+mn-lt"/>
        <a:ea typeface="+mn-ea"/>
        <a:cs typeface="+mn-cs"/>
      </a:defRPr>
    </a:lvl5pPr>
    <a:lvl6pPr marL="3072384" algn="l" defTabSz="1228954" rtl="0" eaLnBrk="1" latinLnBrk="0" hangingPunct="1">
      <a:defRPr sz="2419" kern="1200">
        <a:solidFill>
          <a:schemeClr val="tx1"/>
        </a:solidFill>
        <a:latin typeface="+mn-lt"/>
        <a:ea typeface="+mn-ea"/>
        <a:cs typeface="+mn-cs"/>
      </a:defRPr>
    </a:lvl6pPr>
    <a:lvl7pPr marL="3686861" algn="l" defTabSz="1228954" rtl="0" eaLnBrk="1" latinLnBrk="0" hangingPunct="1">
      <a:defRPr sz="2419" kern="1200">
        <a:solidFill>
          <a:schemeClr val="tx1"/>
        </a:solidFill>
        <a:latin typeface="+mn-lt"/>
        <a:ea typeface="+mn-ea"/>
        <a:cs typeface="+mn-cs"/>
      </a:defRPr>
    </a:lvl7pPr>
    <a:lvl8pPr marL="4301338" algn="l" defTabSz="1228954" rtl="0" eaLnBrk="1" latinLnBrk="0" hangingPunct="1">
      <a:defRPr sz="2419" kern="1200">
        <a:solidFill>
          <a:schemeClr val="tx1"/>
        </a:solidFill>
        <a:latin typeface="+mn-lt"/>
        <a:ea typeface="+mn-ea"/>
        <a:cs typeface="+mn-cs"/>
      </a:defRPr>
    </a:lvl8pPr>
    <a:lvl9pPr marL="4915814" algn="l" defTabSz="1228954" rtl="0" eaLnBrk="1" latinLnBrk="0" hangingPunct="1">
      <a:defRPr sz="2419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6" autoAdjust="0"/>
    <p:restoredTop sz="94660"/>
  </p:normalViewPr>
  <p:slideViewPr>
    <p:cSldViewPr snapToGrid="0">
      <p:cViewPr varScale="1">
        <p:scale>
          <a:sx n="50" d="100"/>
          <a:sy n="50" d="100"/>
        </p:scale>
        <p:origin x="40" y="2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14600" y="1496484"/>
            <a:ext cx="15087600" cy="3183467"/>
          </a:xfrm>
        </p:spPr>
        <p:txBody>
          <a:bodyPr anchor="b"/>
          <a:lstStyle>
            <a:lvl1pPr algn="ctr">
              <a:defRPr sz="8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4600" y="4802717"/>
            <a:ext cx="15087600" cy="2207683"/>
          </a:xfrm>
        </p:spPr>
        <p:txBody>
          <a:bodyPr/>
          <a:lstStyle>
            <a:lvl1pPr marL="0" indent="0" algn="ctr">
              <a:buNone/>
              <a:defRPr sz="3200"/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27AAEE-DC88-4AA4-BDE4-B0D117FCF281}" type="datetimeFigureOut">
              <a:rPr lang="en-US" smtClean="0"/>
              <a:t>7/2/2024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9E50E-2940-4A70-91D5-BBBE96F43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18283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27AAEE-DC88-4AA4-BDE4-B0D117FCF281}" type="datetimeFigureOut">
              <a:rPr lang="en-US" smtClean="0"/>
              <a:t>7/2/2024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9E50E-2940-4A70-91D5-BBBE96F43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53961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2553" y="2279652"/>
            <a:ext cx="17350740" cy="3803649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2553" y="6119285"/>
            <a:ext cx="17350740" cy="2000249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27AAEE-DC88-4AA4-BDE4-B0D117FCF281}" type="datetimeFigureOut">
              <a:rPr lang="en-US" smtClean="0"/>
              <a:t>7/2/2024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9E50E-2940-4A70-91D5-BBBE96F43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25156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83030" y="2434167"/>
            <a:ext cx="8549640" cy="5801784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184130" y="2434167"/>
            <a:ext cx="8549640" cy="5801784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27AAEE-DC88-4AA4-BDE4-B0D117FCF281}" type="datetimeFigureOut">
              <a:rPr lang="en-US" smtClean="0"/>
              <a:t>7/2/2024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9E50E-2940-4A70-91D5-BBBE96F43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40875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85650" y="486834"/>
            <a:ext cx="17350740" cy="1767417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85651" y="2241551"/>
            <a:ext cx="8510349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85651" y="3340100"/>
            <a:ext cx="8510349" cy="4912784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184130" y="2241551"/>
            <a:ext cx="8552260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184130" y="3340100"/>
            <a:ext cx="8552260" cy="4912784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27AAEE-DC88-4AA4-BDE4-B0D117FCF281}" type="datetimeFigureOut">
              <a:rPr lang="en-US" smtClean="0"/>
              <a:t>7/2/2024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9E50E-2940-4A70-91D5-BBBE96F43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6780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27AAEE-DC88-4AA4-BDE4-B0D117FCF281}" type="datetimeFigureOut">
              <a:rPr lang="en-US" smtClean="0"/>
              <a:t>7/2/2024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9E50E-2940-4A70-91D5-BBBE96F43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9566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27AAEE-DC88-4AA4-BDE4-B0D117FCF281}" type="datetimeFigureOut">
              <a:rPr lang="en-US" smtClean="0"/>
              <a:t>7/2/2024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9E50E-2940-4A70-91D5-BBBE96F43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45106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85651" y="609600"/>
            <a:ext cx="6488191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52260" y="1316567"/>
            <a:ext cx="10184130" cy="6498167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85651" y="2743200"/>
            <a:ext cx="6488191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27AAEE-DC88-4AA4-BDE4-B0D117FCF281}" type="datetimeFigureOut">
              <a:rPr lang="en-US" smtClean="0"/>
              <a:t>7/2/2024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9E50E-2940-4A70-91D5-BBBE96F43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37460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85651" y="609600"/>
            <a:ext cx="6488191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552260" y="1316567"/>
            <a:ext cx="10184130" cy="6498167"/>
          </a:xfrm>
        </p:spPr>
        <p:txBody>
          <a:bodyPr anchor="t"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85651" y="2743200"/>
            <a:ext cx="6488191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27AAEE-DC88-4AA4-BDE4-B0D117FCF281}" type="datetimeFigureOut">
              <a:rPr lang="en-US" smtClean="0"/>
              <a:t>7/2/2024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9E50E-2940-4A70-91D5-BBBE96F43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9098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27AAEE-DC88-4AA4-BDE4-B0D117FCF281}" type="datetimeFigureOut">
              <a:rPr lang="en-US" smtClean="0"/>
              <a:t>7/2/2024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9E50E-2940-4A70-91D5-BBBE96F43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95312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4396085" y="486834"/>
            <a:ext cx="4337685" cy="7749117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83030" y="486834"/>
            <a:ext cx="12761595" cy="7749117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27AAEE-DC88-4AA4-BDE4-B0D117FCF281}" type="datetimeFigureOut">
              <a:rPr lang="en-US" smtClean="0"/>
              <a:t>7/2/2024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9E50E-2940-4A70-91D5-BBBE96F43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60451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83030" y="486834"/>
            <a:ext cx="17350740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83030" y="2434167"/>
            <a:ext cx="17350740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83030" y="8475134"/>
            <a:ext cx="452628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27AAEE-DC88-4AA4-BDE4-B0D117FCF281}" type="datetimeFigureOut">
              <a:rPr lang="en-US" smtClean="0"/>
              <a:t>7/2/2024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663690" y="8475134"/>
            <a:ext cx="678942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4207490" y="8475134"/>
            <a:ext cx="452628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C9E50E-2940-4A70-91D5-BBBE96F43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30087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7" Type="http://schemas.openxmlformats.org/officeDocument/2006/relationships/image" Target="../media/image4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 descr="https://lh7-us.googleusercontent.com/slidesz/AGV_vUdWT5PxV2aHL0qX_-Og8tiDIhmovriCkJq4C34Vh7o4uRTB7Gvw5FOerNJrQ913zt-VVhg5ZorUOcGrwGtnyDaXOhgblEJKMFPd5MOCsuSLHoI9WtTus-MGL7iIwQJS5mVt0q4CwAF9uJutxApv5W7yjE5LCd2S=s2048?key=dtzijm_x5O_g-mjJERQzkw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7066" y="541432"/>
            <a:ext cx="4723421" cy="36451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https://lh7-us.googleusercontent.com/slidesz/AGV_vUeXgecbo52YURxD2h4Hvl3oUeQc7L0WdAzZur1oAAATKyUaG2l1vyDuQkdpGdpf58ItilMODXLLKiekcsquddnYoBHp0RKsNQ2oUT-IjZKoKJ2--ZcTdbX7R1p-gn89DQtVJZLtgGSbGWh-XFsMob_lfKkcXKnf=s2048?key=dtzijm_x5O_g-mjJERQzkw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02955" y="474654"/>
            <a:ext cx="4716009" cy="37811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https://lh7-us.googleusercontent.com/slidesz/AGV_vUc_eLGhF4h8p2R_bwXEwRElWju1A6JZkvnPwNnsezOiJVcLaKrKAt-usonlfCIkaoOFoxm_lBfVsxUZ6C7LVRlSoWYuVdTRZufH7ufdwNXhyTKmVtgAPFYoiW93csTukwKa6fS2YV_VGHl5i2LgrTRAoEI0vton=s2048?key=dtzijm_x5O_g-mjJERQzkw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678521" y="472218"/>
            <a:ext cx="4632717" cy="3714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74766" y="4456973"/>
            <a:ext cx="5183163" cy="4055223"/>
          </a:xfrm>
          <a:prstGeom prst="rect">
            <a:avLst/>
          </a:prstGeom>
          <a:noFill/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15730" y="4456972"/>
            <a:ext cx="4953041" cy="3875178"/>
          </a:xfrm>
          <a:prstGeom prst="rect">
            <a:avLst/>
          </a:prstGeom>
          <a:noFill/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78520" y="4353568"/>
            <a:ext cx="4823058" cy="3773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7974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762" y="446087"/>
            <a:ext cx="5514975" cy="4314825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9712" y="446087"/>
            <a:ext cx="5514975" cy="431482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76262" y="560387"/>
            <a:ext cx="5514975" cy="431482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212" y="4960937"/>
            <a:ext cx="5591175" cy="4314825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18312" y="4960936"/>
            <a:ext cx="5514975" cy="4314825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549312" y="4960936"/>
            <a:ext cx="5591175" cy="4314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53921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512" y="414337"/>
            <a:ext cx="5514975" cy="4314825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4362" y="700087"/>
            <a:ext cx="5514975" cy="431482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55662" y="649287"/>
            <a:ext cx="5514975" cy="4314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92348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9693" y="540519"/>
            <a:ext cx="4500068" cy="3520779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4631" y="540519"/>
            <a:ext cx="4457449" cy="3439905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06946" y="540519"/>
            <a:ext cx="4247910" cy="3323495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58282" y="4311754"/>
            <a:ext cx="4718392" cy="3641280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9269" y="4388666"/>
            <a:ext cx="3957950" cy="3008308"/>
          </a:xfrm>
          <a:prstGeom prst="rect">
            <a:avLst/>
          </a:prstGeom>
        </p:spPr>
      </p:pic>
      <p:pic>
        <p:nvPicPr>
          <p:cNvPr id="16" name="Picture 1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53718" y="4289814"/>
            <a:ext cx="4154369" cy="3206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06223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712" y="528637"/>
            <a:ext cx="5381625" cy="4314825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9437" y="528637"/>
            <a:ext cx="5514975" cy="431482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82637" y="528637"/>
            <a:ext cx="5381625" cy="431482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6237" y="4843462"/>
            <a:ext cx="5514975" cy="4314825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2312" y="4843462"/>
            <a:ext cx="5514975" cy="4314825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558837" y="4843462"/>
            <a:ext cx="5514975" cy="4314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0792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737" y="328612"/>
            <a:ext cx="5514975" cy="4314825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9837" y="328612"/>
            <a:ext cx="5591175" cy="431482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30237" y="471487"/>
            <a:ext cx="5514975" cy="431482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7636" y="4786312"/>
            <a:ext cx="5591175" cy="4314825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1275" y="4786311"/>
            <a:ext cx="5676900" cy="4314825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254037" y="4786310"/>
            <a:ext cx="5591175" cy="4314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41653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4885" y="492677"/>
            <a:ext cx="4750349" cy="3808687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9751" y="492677"/>
            <a:ext cx="4751462" cy="3809579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27793" y="337941"/>
            <a:ext cx="5136332" cy="4118157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2573" y="4568128"/>
            <a:ext cx="5514975" cy="4314825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84027" y="4568127"/>
            <a:ext cx="5514975" cy="4314825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27793" y="4568126"/>
            <a:ext cx="5514975" cy="4314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28335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412" y="185737"/>
            <a:ext cx="5514975" cy="4314825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0762" y="185737"/>
            <a:ext cx="5514975" cy="431482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15787" y="185737"/>
            <a:ext cx="5514975" cy="431482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4311" y="4643437"/>
            <a:ext cx="5591175" cy="4314825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00762" y="4643437"/>
            <a:ext cx="5676900" cy="4314825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939587" y="4643436"/>
            <a:ext cx="5591175" cy="4314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6337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6581</TotalTime>
  <Words>0</Words>
  <Application>Microsoft Office PowerPoint</Application>
  <PresentationFormat>Custom</PresentationFormat>
  <Paragraphs>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account</dc:creator>
  <cp:lastModifiedBy>Microsoft account</cp:lastModifiedBy>
  <cp:revision>7</cp:revision>
  <dcterms:created xsi:type="dcterms:W3CDTF">2024-07-01T22:33:30Z</dcterms:created>
  <dcterms:modified xsi:type="dcterms:W3CDTF">2024-07-07T10:00:00Z</dcterms:modified>
</cp:coreProperties>
</file>