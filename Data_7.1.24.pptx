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60" r:id="rId4"/>
    <p:sldId id="261" r:id="rId5"/>
    <p:sldId id="258" r:id="rId6"/>
    <p:sldId id="259" r:id="rId7"/>
  </p:sldIdLst>
  <p:sldSz cx="20116800" cy="9144000"/>
  <p:notesSz cx="6858000" cy="9144000"/>
  <p:defaultTextStyle>
    <a:defPPr>
      <a:defRPr lang="en-US"/>
    </a:defPPr>
    <a:lvl1pPr marL="0" algn="l" defTabSz="1228954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1pPr>
    <a:lvl2pPr marL="614477" algn="l" defTabSz="1228954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2pPr>
    <a:lvl3pPr marL="1228954" algn="l" defTabSz="1228954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3pPr>
    <a:lvl4pPr marL="1843430" algn="l" defTabSz="1228954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4pPr>
    <a:lvl5pPr marL="2457907" algn="l" defTabSz="1228954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5pPr>
    <a:lvl6pPr marL="3072384" algn="l" defTabSz="1228954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6pPr>
    <a:lvl7pPr marL="3686861" algn="l" defTabSz="1228954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7pPr>
    <a:lvl8pPr marL="4301338" algn="l" defTabSz="1228954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8pPr>
    <a:lvl9pPr marL="4915814" algn="l" defTabSz="1228954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50" d="100"/>
          <a:sy n="50" d="100"/>
        </p:scale>
        <p:origin x="39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4600" y="1496484"/>
            <a:ext cx="150876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4600" y="4802717"/>
            <a:ext cx="150876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AAEE-DC88-4AA4-BDE4-B0D117FCF28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E50E-2940-4A70-91D5-BBBE96F43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828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AAEE-DC88-4AA4-BDE4-B0D117FCF28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E50E-2940-4A70-91D5-BBBE96F43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396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2553" y="2279652"/>
            <a:ext cx="1735074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2553" y="6119285"/>
            <a:ext cx="1735074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AAEE-DC88-4AA4-BDE4-B0D117FCF28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E50E-2940-4A70-91D5-BBBE96F43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515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3030" y="2434167"/>
            <a:ext cx="8549640" cy="5801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84130" y="2434167"/>
            <a:ext cx="8549640" cy="5801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AAEE-DC88-4AA4-BDE4-B0D117FCF28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E50E-2940-4A70-91D5-BBBE96F43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87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0" y="486834"/>
            <a:ext cx="17350740" cy="17674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651" y="2241551"/>
            <a:ext cx="85103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5651" y="3340100"/>
            <a:ext cx="8510349" cy="4912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184130" y="2241551"/>
            <a:ext cx="8552260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184130" y="3340100"/>
            <a:ext cx="8552260" cy="4912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AAEE-DC88-4AA4-BDE4-B0D117FCF28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E50E-2940-4A70-91D5-BBBE96F43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8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AAEE-DC88-4AA4-BDE4-B0D117FCF28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E50E-2940-4A70-91D5-BBBE96F43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6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AAEE-DC88-4AA4-BDE4-B0D117FCF28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E50E-2940-4A70-91D5-BBBE96F43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10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1" y="609600"/>
            <a:ext cx="6488191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52260" y="1316567"/>
            <a:ext cx="1018413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651" y="2743200"/>
            <a:ext cx="6488191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AAEE-DC88-4AA4-BDE4-B0D117FCF28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E50E-2940-4A70-91D5-BBBE96F43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74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1" y="609600"/>
            <a:ext cx="6488191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52260" y="1316567"/>
            <a:ext cx="1018413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651" y="2743200"/>
            <a:ext cx="6488191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AAEE-DC88-4AA4-BDE4-B0D117FCF28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E50E-2940-4A70-91D5-BBBE96F43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09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AAEE-DC88-4AA4-BDE4-B0D117FCF28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E50E-2940-4A70-91D5-BBBE96F43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31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396085" y="486834"/>
            <a:ext cx="4337685" cy="774911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3030" y="486834"/>
            <a:ext cx="12761595" cy="77491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AAEE-DC88-4AA4-BDE4-B0D117FCF28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E50E-2940-4A70-91D5-BBBE96F43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45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83030" y="486834"/>
            <a:ext cx="1735074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3030" y="2434167"/>
            <a:ext cx="1735074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83030" y="8475134"/>
            <a:ext cx="452628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7AAEE-DC88-4AA4-BDE4-B0D117FCF28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63690" y="8475134"/>
            <a:ext cx="678942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207490" y="8475134"/>
            <a:ext cx="452628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9E50E-2940-4A70-91D5-BBBE96F43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008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https://lh7-us.googleusercontent.com/slidesz/AGV_vUdWT5PxV2aHL0qX_-Og8tiDIhmovriCkJq4C34Vh7o4uRTB7Gvw5FOerNJrQ913zt-VVhg5ZorUOcGrwGtnyDaXOhgblEJKMFPd5MOCsuSLHoI9WtTus-MGL7iIwQJS5mVt0q4CwAF9uJutxApv5W7yjE5LCd2S=s2048?key=dtzijm_x5O_g-mjJERQzk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066" y="541432"/>
            <a:ext cx="4723421" cy="3645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lh7-us.googleusercontent.com/slidesz/AGV_vUeXgecbo52YURxD2h4Hvl3oUeQc7L0WdAzZur1oAAATKyUaG2l1vyDuQkdpGdpf58ItilMODXLLKiekcsquddnYoBHp0RKsNQ2oUT-IjZKoKJ2--ZcTdbX7R1p-gn89DQtVJZLtgGSbGWh-XFsMob_lfKkcXKnf=s2048?key=dtzijm_x5O_g-mjJERQzk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955" y="474654"/>
            <a:ext cx="4716009" cy="3781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s://lh7-us.googleusercontent.com/slidesz/AGV_vUc_eLGhF4h8p2R_bwXEwRElWju1A6JZkvnPwNnsezOiJVcLaKrKAt-usonlfCIkaoOFoxm_lBfVsxUZ6C7LVRlSoWYuVdTRZufH7ufdwNXhyTKmVtgAPFYoiW93csTukwKa6fS2YV_VGHl5i2LgrTRAoEI0vton=s2048?key=dtzijm_x5O_g-mjJERQzkw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8521" y="472218"/>
            <a:ext cx="4632717" cy="3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4766" y="4456973"/>
            <a:ext cx="5183163" cy="4055223"/>
          </a:xfrm>
          <a:prstGeom prst="rect">
            <a:avLst/>
          </a:prstGeom>
          <a:noFill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5730" y="4456972"/>
            <a:ext cx="4953041" cy="3875178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78520" y="4353568"/>
            <a:ext cx="4823058" cy="377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97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693" y="540519"/>
            <a:ext cx="4500068" cy="352077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4631" y="540519"/>
            <a:ext cx="4457449" cy="343990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6946" y="540519"/>
            <a:ext cx="4247910" cy="332349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8282" y="4311754"/>
            <a:ext cx="4718392" cy="364128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9269" y="4388666"/>
            <a:ext cx="3957950" cy="300830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53718" y="4289814"/>
            <a:ext cx="4154369" cy="320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622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" y="528637"/>
            <a:ext cx="5381625" cy="43148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437" y="528637"/>
            <a:ext cx="5514975" cy="43148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82637" y="528637"/>
            <a:ext cx="5381625" cy="43148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237" y="4843462"/>
            <a:ext cx="5514975" cy="4314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2312" y="4843462"/>
            <a:ext cx="5514975" cy="43148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58837" y="4843462"/>
            <a:ext cx="55149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79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" y="328612"/>
            <a:ext cx="5514975" cy="43148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837" y="328612"/>
            <a:ext cx="5591175" cy="43148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0237" y="471487"/>
            <a:ext cx="5514975" cy="43148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636" y="4786312"/>
            <a:ext cx="5591175" cy="4314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275" y="4786311"/>
            <a:ext cx="5676900" cy="43148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4037" y="4786310"/>
            <a:ext cx="55911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165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885" y="492677"/>
            <a:ext cx="4750349" cy="38086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751" y="492677"/>
            <a:ext cx="4751462" cy="38095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7793" y="337941"/>
            <a:ext cx="5136332" cy="41181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573" y="4568128"/>
            <a:ext cx="5514975" cy="4314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027" y="4568127"/>
            <a:ext cx="5514975" cy="43148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27793" y="4568126"/>
            <a:ext cx="55149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833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" y="185737"/>
            <a:ext cx="5514975" cy="43148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762" y="185737"/>
            <a:ext cx="5514975" cy="43148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5787" y="185737"/>
            <a:ext cx="5514975" cy="43148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11" y="4643437"/>
            <a:ext cx="5591175" cy="4314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0762" y="4643437"/>
            <a:ext cx="5676900" cy="43148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39587" y="4643436"/>
            <a:ext cx="55911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33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5</cp:revision>
  <dcterms:created xsi:type="dcterms:W3CDTF">2024-07-01T22:33:30Z</dcterms:created>
  <dcterms:modified xsi:type="dcterms:W3CDTF">2024-07-01T23:53:00Z</dcterms:modified>
</cp:coreProperties>
</file>